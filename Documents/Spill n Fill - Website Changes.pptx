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51CF-E8B7-1E4D-A0FF-8EFA8F2E9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0F822-4724-1F29-9CFB-56E3FF093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6403A-6B9E-CA8A-89B5-71E80991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55094-9733-6D03-3000-643E0010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6DEE4-4797-1769-9528-2C95EE48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63A6F-B88D-3A38-ABAC-D28E7214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C32D-3DC2-4E9E-FF98-A95F2B48D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7E7D8-3193-D974-7118-5A66901A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1F823-ED2B-414F-86C1-5F4D1267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101F6-4FC6-00B3-AED5-2929499E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495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618E-38E3-8911-E5BE-713D809F7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4B16E-B849-8E6D-B1B8-1AB98844B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DD7F6-0036-C1DC-78D0-507259D40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8CBD4-077A-D8F7-F0A3-B6567A733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E10AE-F7B0-7BD2-B7E8-9FA8D779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97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6579-A6F0-D1F5-6329-6358414B4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02EC6-8485-9AD5-81DE-4CAFE07FE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1AEBC-3D39-0F57-6FD9-5EA15818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1F809-9F0D-E283-B42B-2BAA06DDE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B788A-6254-A397-1115-8EAA6F3C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B33B6-920F-4A7D-D40F-DA1DDF08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76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12BD-EF88-584B-F773-EECE0659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7BEA9-6E40-1612-0512-55C806B1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0AB62-570D-C452-5E09-D275C8D9A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67A5F-3147-D9C6-85E0-6C95B2534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DE8D1-64DE-AFB2-9162-BE62003ED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2E2EBA-5803-49EF-4060-1B7EFF4C4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C9451-1B7C-1EBD-FFA6-9AD691282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77C2D8-51D0-C93D-F02F-40B0ACF8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73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3757-6165-7889-E277-F7F0E143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E7962-553D-0947-2802-9C05BE8B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CD8E3-EB78-E509-89F3-5D7A5F38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1ECFE-A35C-AD9C-E701-C39FBEAB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35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58F00-7EEE-748C-3BF2-6CBC3E7D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7068B-7269-F1F7-CEEC-760C25C7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700B9-F20F-6278-42F9-9B674D48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26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E41A2-B8DC-0B79-133C-E71B0B1AD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81E9-E433-5BFB-3221-9348C8F2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5CF2-B937-D934-0706-FB9551749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C4C23-8BBE-DC62-91CB-CE9235D9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D8B6B-91AE-0DD8-4949-839BACA97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32650-9020-4BD4-4473-04EC41CD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08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78D2-D610-4576-80EE-F4B5C11D3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8E302-E4FC-A865-E46B-01392D679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2EFD7-BD12-5974-E7AA-099EDDAEA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B9AD8-1297-BEF9-0B10-F6FDF4521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1D68A-D930-B2FD-0AFC-BE48AA68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AA62C-889D-39AA-FBAE-543907AA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43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83480-3AB6-CBC3-E34E-2CA44AD9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CA195-252A-A81D-4569-42C2AB894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0DE4B-E108-C157-F4D6-1F50F097A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8AA9A-35AF-080A-18BE-27517207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EA0F8-B49B-ECCB-451A-8F96BF20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772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0ADAC-F150-BC67-6785-0235725F6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0518A-E006-3C04-DDE9-A79625750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70FEA-78B7-6A19-AA95-3BD440FA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D7427-D850-57E8-0531-FD18F96D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55473-F64C-52B1-BE17-E2E3CD57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17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F2CA55-EC8F-16AE-42A6-87552E42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32D84-FF8D-BE4A-3663-586E1B532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44BC5-0B8B-C0EA-CFEE-89F3520174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69748-F946-4764-8782-34CA46D2305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25E80-C855-343B-A1D7-04F8873A1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DBC06-4392-9158-514B-2FDAFF05A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8A321-5807-4F1B-9D4C-E7E6C79DC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1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D8A2-A82F-96FA-2B3F-2053AFC3F0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Spill N Fill Website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83158-D3AA-E3CD-9FED-552E412E7A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Changes / Corrections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0678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77B54-BA9B-D7A6-0FFA-35B51C16F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ABAA2B-EF14-413A-1969-DA93280E41FF}"/>
              </a:ext>
            </a:extLst>
          </p:cNvPr>
          <p:cNvSpPr/>
          <p:nvPr/>
        </p:nvSpPr>
        <p:spPr>
          <a:xfrm>
            <a:off x="1016000" y="579120"/>
            <a:ext cx="1503680" cy="72136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057A4-AC5B-D45F-C111-6648D9594976}"/>
              </a:ext>
            </a:extLst>
          </p:cNvPr>
          <p:cNvSpPr/>
          <p:nvPr/>
        </p:nvSpPr>
        <p:spPr>
          <a:xfrm>
            <a:off x="1233714" y="1782147"/>
            <a:ext cx="1503680" cy="38255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69A52B-75DB-DDEE-D9BF-328C28369E2D}"/>
              </a:ext>
            </a:extLst>
          </p:cNvPr>
          <p:cNvSpPr/>
          <p:nvPr/>
        </p:nvSpPr>
        <p:spPr>
          <a:xfrm>
            <a:off x="6853026" y="729860"/>
            <a:ext cx="660400" cy="38255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E23FDF-31FF-93A2-C2D2-3DC829879FF1}"/>
              </a:ext>
            </a:extLst>
          </p:cNvPr>
          <p:cNvSpPr/>
          <p:nvPr/>
        </p:nvSpPr>
        <p:spPr>
          <a:xfrm>
            <a:off x="9360677" y="4547740"/>
            <a:ext cx="1503680" cy="72136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28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B9C3-0BE7-818F-ECB3-C39013CD6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78294-FD25-3D95-9805-0FDDA758A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size of Spill N Fill logo on left hand corner.</a:t>
            </a:r>
          </a:p>
          <a:p>
            <a:r>
              <a:rPr lang="en-US" dirty="0"/>
              <a:t>Correct the spelling of “Spill N Fill”</a:t>
            </a:r>
          </a:p>
          <a:p>
            <a:r>
              <a:rPr lang="en-US" dirty="0"/>
              <a:t>Make it “About Us”</a:t>
            </a:r>
          </a:p>
          <a:p>
            <a:r>
              <a:rPr lang="en-US" dirty="0"/>
              <a:t>Replace “Contact Us” at the bottom with “WhatsApp Icon”</a:t>
            </a:r>
          </a:p>
          <a:p>
            <a:r>
              <a:rPr lang="en-US" dirty="0"/>
              <a:t>Add the “  ” on each page just as done in V4U website.</a:t>
            </a:r>
          </a:p>
          <a:p>
            <a:r>
              <a:rPr lang="en-US" dirty="0"/>
              <a:t>The actual Glass Bottle should be completely visible on the Homepage.</a:t>
            </a:r>
          </a:p>
          <a:p>
            <a:endParaRPr lang="en-IN" dirty="0"/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B75778E6-DBD9-4F1B-BAF6-82B4FD93DC4B}"/>
              </a:ext>
            </a:extLst>
          </p:cNvPr>
          <p:cNvSpPr/>
          <p:nvPr/>
        </p:nvSpPr>
        <p:spPr>
          <a:xfrm>
            <a:off x="2603241" y="3993503"/>
            <a:ext cx="107302" cy="3125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435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852462-2C8D-34ED-9656-E09EC7CBF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AF7BC7-FC9E-4602-1804-810BE2362DF5}"/>
              </a:ext>
            </a:extLst>
          </p:cNvPr>
          <p:cNvSpPr/>
          <p:nvPr/>
        </p:nvSpPr>
        <p:spPr>
          <a:xfrm>
            <a:off x="8010434" y="867747"/>
            <a:ext cx="2423886" cy="5851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000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19B04-FBF7-C2A6-7189-9CB09CA0A668}"/>
              </a:ext>
            </a:extLst>
          </p:cNvPr>
          <p:cNvSpPr/>
          <p:nvPr/>
        </p:nvSpPr>
        <p:spPr>
          <a:xfrm>
            <a:off x="1436914" y="1520890"/>
            <a:ext cx="933062" cy="3825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7B217A6B-67C9-E635-C3FA-D3C59642AFFA}"/>
              </a:ext>
            </a:extLst>
          </p:cNvPr>
          <p:cNvSpPr/>
          <p:nvPr/>
        </p:nvSpPr>
        <p:spPr>
          <a:xfrm>
            <a:off x="2136711" y="1492898"/>
            <a:ext cx="1576873" cy="1539551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27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7017-95CF-C876-548D-F6011D9C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4A93-9988-0B2B-FE68-2EE91BC7D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About Spill N Fill</a:t>
            </a:r>
            <a:br>
              <a:rPr lang="en-US" dirty="0"/>
            </a:br>
            <a:r>
              <a:rPr lang="en-US" dirty="0"/>
              <a:t>Spill N Fill was created with a simple mission — to make </a:t>
            </a:r>
            <a:r>
              <a:rPr lang="en-US" b="1" dirty="0"/>
              <a:t>pure, great-tasting water accessible to everyone, everywhere.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We combine </a:t>
            </a:r>
            <a:r>
              <a:rPr lang="en-US" b="1" dirty="0"/>
              <a:t>advanced purification technology</a:t>
            </a:r>
            <a:r>
              <a:rPr lang="en-US" dirty="0"/>
              <a:t> with </a:t>
            </a:r>
            <a:r>
              <a:rPr lang="en-US" b="1" dirty="0"/>
              <a:t>eco-friendly solutions</a:t>
            </a:r>
            <a:r>
              <a:rPr lang="en-US" dirty="0"/>
              <a:t> to ensure every refill is safe, sustainable, and refreshing. </a:t>
            </a:r>
          </a:p>
          <a:p>
            <a:pPr marL="0" indent="0">
              <a:buNone/>
            </a:pPr>
            <a:r>
              <a:rPr lang="en-US" dirty="0"/>
              <a:t>By reducing single-use plastic and promoting responsible hydration, we’re helping build a </a:t>
            </a:r>
            <a:r>
              <a:rPr lang="en-US" b="1" dirty="0"/>
              <a:t>cleaner, greener future</a:t>
            </a:r>
            <a:r>
              <a:rPr lang="en-US" dirty="0"/>
              <a:t> — one refill at a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08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99CA54-2A3F-8D2E-DD2F-9A27F3B2E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20FE3A-8A76-0ED9-BE1C-501A8CCF9A4D}"/>
              </a:ext>
            </a:extLst>
          </p:cNvPr>
          <p:cNvCxnSpPr>
            <a:cxnSpLocks/>
          </p:cNvCxnSpPr>
          <p:nvPr/>
        </p:nvCxnSpPr>
        <p:spPr>
          <a:xfrm>
            <a:off x="4012162" y="5654350"/>
            <a:ext cx="634482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40A278-29FC-F4F8-5B0B-120125BD6C0A}"/>
              </a:ext>
            </a:extLst>
          </p:cNvPr>
          <p:cNvCxnSpPr>
            <a:cxnSpLocks/>
          </p:cNvCxnSpPr>
          <p:nvPr/>
        </p:nvCxnSpPr>
        <p:spPr>
          <a:xfrm>
            <a:off x="5778759" y="5965372"/>
            <a:ext cx="634482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60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82063-363C-4F7C-B87D-BBC66A7C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674C-65DC-C5FC-A10A-A1ECB1AAE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“Balance”</a:t>
            </a:r>
          </a:p>
          <a:p>
            <a:r>
              <a:rPr lang="en-US" dirty="0"/>
              <a:t>To delete “Model”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52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8D9C1-501B-136C-46B3-111121221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082740-FD3F-C93C-0894-2A705E56013A}"/>
              </a:ext>
            </a:extLst>
          </p:cNvPr>
          <p:cNvSpPr/>
          <p:nvPr/>
        </p:nvSpPr>
        <p:spPr>
          <a:xfrm>
            <a:off x="4739949" y="1231641"/>
            <a:ext cx="2230017" cy="7464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7E0DB6-52D4-A7A7-6724-0E3A5C6DFF6B}"/>
              </a:ext>
            </a:extLst>
          </p:cNvPr>
          <p:cNvSpPr/>
          <p:nvPr/>
        </p:nvSpPr>
        <p:spPr>
          <a:xfrm>
            <a:off x="3806887" y="1978090"/>
            <a:ext cx="933062" cy="3825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1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5D6D7-D8E9-8FC7-E8F0-B4A629B83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B6F6F-84E3-04C6-9A0B-13FE4F9BC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Correct “Spill N Fill” at 2 marked places.</a:t>
            </a:r>
          </a:p>
          <a:p>
            <a:r>
              <a:rPr lang="en-US" dirty="0"/>
              <a:t>Revised text:</a:t>
            </a:r>
          </a:p>
          <a:p>
            <a:pPr marL="0" indent="0">
              <a:buNone/>
            </a:pPr>
            <a:r>
              <a:rPr lang="en-US" dirty="0"/>
              <a:t>Spill N Fill offers pure, great-tasting water in every convenient sizes. Perfect for home, office, gym, or travel — our packaging keeps water fresh while promoting reuse and reducing single-use waste.</a:t>
            </a:r>
          </a:p>
          <a:p>
            <a:r>
              <a:rPr lang="en-US" dirty="0"/>
              <a:t>The 4 product images with text would be in horizonal scrolling mode with side &lt;  &amp;  &gt; arrows.</a:t>
            </a:r>
          </a:p>
          <a:p>
            <a:r>
              <a:rPr lang="en-US" dirty="0"/>
              <a:t>Remove the 2</a:t>
            </a:r>
            <a:r>
              <a:rPr lang="en-US" baseline="30000" dirty="0"/>
              <a:t>nd</a:t>
            </a:r>
            <a:r>
              <a:rPr lang="en-US" dirty="0"/>
              <a:t> page on “The Spill N Fill Vault”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94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8FF3-0D34-A703-0F07-5131055E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Revised text for each product photo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7B208-7E48-649A-3D9E-7D135539E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Glass Bottle – 750 ml (Photo)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21596-9568-2C4C-4337-A9AB3CF904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Natural Source </a:t>
            </a:r>
          </a:p>
          <a:p>
            <a:r>
              <a:rPr lang="en-US" dirty="0"/>
              <a:t>pH8 Alkaline</a:t>
            </a:r>
          </a:p>
          <a:p>
            <a:r>
              <a:rPr lang="en-IN" dirty="0"/>
              <a:t>Eco-friendly</a:t>
            </a:r>
          </a:p>
          <a:p>
            <a:r>
              <a:rPr lang="en-IN" dirty="0"/>
              <a:t>Affordable Premium</a:t>
            </a:r>
          </a:p>
          <a:p>
            <a:r>
              <a:rPr lang="en-US" dirty="0"/>
              <a:t>Glass Bottle</a:t>
            </a:r>
          </a:p>
          <a:p>
            <a:r>
              <a:rPr lang="en-US" dirty="0"/>
              <a:t>750 ml</a:t>
            </a:r>
            <a:endParaRPr lang="en-IN" dirty="0"/>
          </a:p>
          <a:p>
            <a:r>
              <a:rPr lang="en-IN" dirty="0"/>
              <a:t>Make in India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4D0F9-587C-EBDE-A39B-A4F88961C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PET Bottle – 1 </a:t>
            </a:r>
            <a:r>
              <a:rPr lang="en-US" dirty="0" err="1"/>
              <a:t>ltr</a:t>
            </a:r>
            <a:r>
              <a:rPr lang="en-US" dirty="0"/>
              <a:t> (Photo)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5358DB-125F-1713-0406-CF2141F8809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Natural Source </a:t>
            </a:r>
          </a:p>
          <a:p>
            <a:r>
              <a:rPr lang="en-US" dirty="0"/>
              <a:t>Added Minerals</a:t>
            </a:r>
          </a:p>
          <a:p>
            <a:r>
              <a:rPr lang="en-IN" dirty="0"/>
              <a:t>Eco-friendly</a:t>
            </a:r>
          </a:p>
          <a:p>
            <a:r>
              <a:rPr lang="en-IN" dirty="0"/>
              <a:t>Affordable</a:t>
            </a:r>
          </a:p>
          <a:p>
            <a:r>
              <a:rPr lang="en-US" dirty="0"/>
              <a:t>PET Bottle</a:t>
            </a:r>
          </a:p>
          <a:p>
            <a:r>
              <a:rPr lang="en-US" dirty="0"/>
              <a:t>1 </a:t>
            </a:r>
            <a:r>
              <a:rPr lang="en-US" dirty="0" err="1"/>
              <a:t>ltr</a:t>
            </a:r>
            <a:endParaRPr lang="en-IN" dirty="0"/>
          </a:p>
          <a:p>
            <a:r>
              <a:rPr lang="en-IN" dirty="0"/>
              <a:t>Make in India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6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E6CAD-C8E2-0D5D-CCED-1E5B9229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2382-07A4-67EF-3920-57D03739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13184-89B4-B160-5AA7-298F9FD7C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 Bottle – 500 ml (Photo)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A4541-5764-A14A-3F5D-138624C1E2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Natural Source </a:t>
            </a:r>
          </a:p>
          <a:p>
            <a:r>
              <a:rPr lang="en-US" dirty="0"/>
              <a:t>Added Minerals</a:t>
            </a:r>
          </a:p>
          <a:p>
            <a:r>
              <a:rPr lang="en-IN" dirty="0"/>
              <a:t>Eco-friendly</a:t>
            </a:r>
          </a:p>
          <a:p>
            <a:r>
              <a:rPr lang="en-IN" dirty="0"/>
              <a:t>Affordable</a:t>
            </a:r>
          </a:p>
          <a:p>
            <a:r>
              <a:rPr lang="en-US" dirty="0"/>
              <a:t>PET Bottle</a:t>
            </a:r>
          </a:p>
          <a:p>
            <a:r>
              <a:rPr lang="en-US" dirty="0"/>
              <a:t>500 ml</a:t>
            </a:r>
            <a:endParaRPr lang="en-IN" dirty="0"/>
          </a:p>
          <a:p>
            <a:r>
              <a:rPr lang="en-IN" dirty="0"/>
              <a:t>Make in India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7D6C1-3258-C02F-DC66-DB29F2821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PET Bottle – 250 ml (Photo)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60384B-2F40-6D68-65E3-970A55CAF9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Natural Source </a:t>
            </a:r>
          </a:p>
          <a:p>
            <a:r>
              <a:rPr lang="en-US" dirty="0"/>
              <a:t>Added Minerals</a:t>
            </a:r>
          </a:p>
          <a:p>
            <a:r>
              <a:rPr lang="en-IN" dirty="0"/>
              <a:t>Eco-friendly</a:t>
            </a:r>
          </a:p>
          <a:p>
            <a:r>
              <a:rPr lang="en-IN" dirty="0"/>
              <a:t>Affordable</a:t>
            </a:r>
          </a:p>
          <a:p>
            <a:r>
              <a:rPr lang="en-US" dirty="0"/>
              <a:t>PET Bottle</a:t>
            </a:r>
          </a:p>
          <a:p>
            <a:r>
              <a:rPr lang="en-US" dirty="0"/>
              <a:t>250 ml</a:t>
            </a:r>
            <a:endParaRPr lang="en-IN" dirty="0"/>
          </a:p>
          <a:p>
            <a:r>
              <a:rPr lang="en-IN" dirty="0"/>
              <a:t>Make in India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79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AA2B-31F7-2F9E-DF8C-DA53D3C2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Replace ‘Testimonial Page’ with ‘Sustainability’</a:t>
            </a:r>
            <a:endParaRPr lang="en-IN" sz="4000" dirty="0"/>
          </a:p>
        </p:txBody>
      </p:sp>
      <p:pic>
        <p:nvPicPr>
          <p:cNvPr id="5" name="Content Placeholder 4" descr="A blue recycle sign with white text&#10;&#10;AI-generated content may be incorrect.">
            <a:extLst>
              <a:ext uri="{FF2B5EF4-FFF2-40B4-BE49-F238E27FC236}">
                <a16:creationId xmlns:a16="http://schemas.microsoft.com/office/drawing/2014/main" id="{271CB633-BCEF-0EBF-DD81-3B2CDAA8D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574" y="1825625"/>
            <a:ext cx="8296851" cy="4351338"/>
          </a:xfrm>
        </p:spPr>
      </p:pic>
    </p:spTree>
    <p:extLst>
      <p:ext uri="{BB962C8B-B14F-4D97-AF65-F5344CB8AC3E}">
        <p14:creationId xmlns:p14="http://schemas.microsoft.com/office/powerpoint/2010/main" val="4051755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8EE8A3-E561-2F93-5E5F-C2DC95194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2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D658-90DB-CA13-BB0E-ED8D073F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36321-BD25-9BFD-9C18-8C6DD7DF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Remove ‘Social Media’ icons.</a:t>
            </a:r>
          </a:p>
          <a:p>
            <a:r>
              <a:rPr lang="en-US" dirty="0"/>
              <a:t>Remove ‘Available on’ with icons.</a:t>
            </a:r>
          </a:p>
          <a:p>
            <a:r>
              <a:rPr lang="en-US" dirty="0"/>
              <a:t>Increase the size of ‘Make in India’ and add ‘Swachh Bharat’ logo</a:t>
            </a:r>
          </a:p>
          <a:p>
            <a:r>
              <a:rPr lang="en-US" dirty="0"/>
              <a:t>To add the following addresses on this page:</a:t>
            </a:r>
          </a:p>
          <a:p>
            <a:pPr lvl="1"/>
            <a:r>
              <a:rPr lang="en-US" dirty="0"/>
              <a:t>Corporate Office</a:t>
            </a:r>
          </a:p>
          <a:p>
            <a:pPr lvl="1"/>
            <a:r>
              <a:rPr lang="en-US" dirty="0"/>
              <a:t>Regional Office</a:t>
            </a:r>
          </a:p>
          <a:p>
            <a:r>
              <a:rPr lang="en-IN" dirty="0"/>
              <a:t>Subject (Drop down options)</a:t>
            </a:r>
          </a:p>
          <a:p>
            <a:pPr lvl="1"/>
            <a:r>
              <a:rPr lang="en-IN" dirty="0"/>
              <a:t>Product Information</a:t>
            </a:r>
          </a:p>
          <a:p>
            <a:pPr lvl="1"/>
            <a:r>
              <a:rPr lang="en-IN" dirty="0"/>
              <a:t>Business / Dealership Enquiry</a:t>
            </a:r>
          </a:p>
          <a:p>
            <a:pPr lvl="1"/>
            <a:r>
              <a:rPr lang="en-IN" dirty="0"/>
              <a:t>Feedback or Suggestion</a:t>
            </a:r>
          </a:p>
        </p:txBody>
      </p:sp>
    </p:spTree>
    <p:extLst>
      <p:ext uri="{BB962C8B-B14F-4D97-AF65-F5344CB8AC3E}">
        <p14:creationId xmlns:p14="http://schemas.microsoft.com/office/powerpoint/2010/main" val="4093915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0BBA-7801-09B1-FB3E-793E3AC0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Us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184B0-F075-FC6D-2BFA-98BFC0A65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Corporate Office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EE15B-006B-21B2-22F1-D4741CAFC7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Fourtrek</a:t>
            </a:r>
            <a:r>
              <a:rPr lang="en-US" dirty="0"/>
              <a:t> Global Pvt. Ltd.</a:t>
            </a:r>
          </a:p>
          <a:p>
            <a:pPr marL="0" indent="0">
              <a:buNone/>
            </a:pPr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Floor, 103 Vraj Valencia,</a:t>
            </a:r>
          </a:p>
          <a:p>
            <a:pPr marL="0" indent="0">
              <a:buNone/>
            </a:pPr>
            <a:r>
              <a:rPr lang="en-IN" dirty="0"/>
              <a:t>B/h Mahindra Showroom, </a:t>
            </a:r>
          </a:p>
          <a:p>
            <a:pPr marL="0" indent="0">
              <a:buNone/>
            </a:pPr>
            <a:r>
              <a:rPr lang="en-IN" dirty="0"/>
              <a:t>Near Sola Bridge, Science City,</a:t>
            </a:r>
          </a:p>
          <a:p>
            <a:pPr marL="0" indent="0">
              <a:buNone/>
            </a:pPr>
            <a:r>
              <a:rPr lang="en-IN" dirty="0"/>
              <a:t>Ahmedabad – 380060</a:t>
            </a:r>
          </a:p>
          <a:p>
            <a:pPr marL="0" indent="0">
              <a:buNone/>
            </a:pPr>
            <a:r>
              <a:rPr lang="en-IN" dirty="0"/>
              <a:t>Phone: +91 90019 99089</a:t>
            </a:r>
          </a:p>
          <a:p>
            <a:pPr marL="0" indent="0">
              <a:buNone/>
            </a:pPr>
            <a:r>
              <a:rPr lang="en-IN" dirty="0"/>
              <a:t>E-mail: info@spillnfill.com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9DBC90-71F4-C3C3-7722-6BA187AC5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Regional Office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1D022-6FC6-B810-2A5C-5DBDA221F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649686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Fourtrek</a:t>
            </a:r>
            <a:r>
              <a:rPr lang="en-US" dirty="0"/>
              <a:t> </a:t>
            </a:r>
            <a:r>
              <a:rPr lang="en-US" dirty="0" err="1"/>
              <a:t>HoReCa</a:t>
            </a:r>
            <a:r>
              <a:rPr lang="en-US" dirty="0"/>
              <a:t> Pvt. Ltd.</a:t>
            </a:r>
          </a:p>
          <a:p>
            <a:pPr marL="0" indent="0">
              <a:buNone/>
            </a:pPr>
            <a:r>
              <a:rPr lang="en-IN" dirty="0"/>
              <a:t>04, Dev Bag, </a:t>
            </a:r>
            <a:r>
              <a:rPr lang="en-IN" dirty="0" err="1"/>
              <a:t>Shobhagpura</a:t>
            </a:r>
            <a:r>
              <a:rPr lang="en-IN" dirty="0"/>
              <a:t>, </a:t>
            </a:r>
          </a:p>
          <a:p>
            <a:pPr marL="0" indent="0">
              <a:buNone/>
            </a:pPr>
            <a:r>
              <a:rPr lang="en-IN" dirty="0"/>
              <a:t>Nr. R K Circle, 80 Feet Ring Road,</a:t>
            </a:r>
          </a:p>
          <a:p>
            <a:pPr marL="0" indent="0">
              <a:buNone/>
            </a:pPr>
            <a:r>
              <a:rPr lang="en-IN" dirty="0"/>
              <a:t>Udaipur - 313001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Phone</a:t>
            </a:r>
            <a:r>
              <a:rPr lang="en-IN" dirty="0"/>
              <a:t>: +91 90019 99089</a:t>
            </a:r>
          </a:p>
          <a:p>
            <a:pPr marL="0" indent="0">
              <a:buNone/>
            </a:pPr>
            <a:r>
              <a:rPr lang="en-IN" dirty="0"/>
              <a:t>E-mail: info@fourtrekhoreca.com</a:t>
            </a:r>
          </a:p>
        </p:txBody>
      </p:sp>
    </p:spTree>
    <p:extLst>
      <p:ext uri="{BB962C8B-B14F-4D97-AF65-F5344CB8AC3E}">
        <p14:creationId xmlns:p14="http://schemas.microsoft.com/office/powerpoint/2010/main" val="2060360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487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Spill N Fill Website</vt:lpstr>
      <vt:lpstr>PowerPoint Presentation</vt:lpstr>
      <vt:lpstr>Home Page</vt:lpstr>
      <vt:lpstr>PowerPoint Presentation</vt:lpstr>
      <vt:lpstr>About Us</vt:lpstr>
      <vt:lpstr>PowerPoint Presentation</vt:lpstr>
      <vt:lpstr>PowerPoint Presentation</vt:lpstr>
      <vt:lpstr>PowerPoint Presentation</vt:lpstr>
      <vt:lpstr>PowerPoint Presentation</vt:lpstr>
      <vt:lpstr>Revised text for each product photo</vt:lpstr>
      <vt:lpstr>PowerPoint Presentation</vt:lpstr>
      <vt:lpstr>Replace ‘Testimonial Page’ with ‘Sustainability’</vt:lpstr>
      <vt:lpstr>PowerPoint Presentation</vt:lpstr>
      <vt:lpstr>PowerPoint Presentation</vt:lpstr>
      <vt:lpstr>Contact 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Khater</dc:creator>
  <cp:lastModifiedBy>Rakesh Khater</cp:lastModifiedBy>
  <cp:revision>12</cp:revision>
  <dcterms:created xsi:type="dcterms:W3CDTF">2025-10-28T09:14:50Z</dcterms:created>
  <dcterms:modified xsi:type="dcterms:W3CDTF">2025-10-28T12:54:27Z</dcterms:modified>
</cp:coreProperties>
</file>